
<file path=[Content_Types].xml><?xml version="1.0" encoding="utf-8"?>
<Types xmlns="http://schemas.openxmlformats.org/package/2006/content-types">
  <Default Extension="ad_4nxdlih-zas0cfwc9qxfykkournfbxplmdupcfiikb6qkqjzp1yarpmr5hcqznb1qvgscr592yrfrq1wacft04atm8jhswpcmntoplq4saz7p5-wvyrm9tvbtxer1n6kfjhxic0uhcgjtk7wnsrvaynetuge" ContentType="image/ad_4nxdlih-zas0cfwc9qxfykkournfbxplmdupcfiikb6qkqjzp1yarpmr5hcqznb1qvgscr592yrfrq1wacft04atm8jhswpcmntoplq4saz7p5-wvyrm9tvbtxer1n6kfjhxic0uhcgjtk7wnsrvaynetuge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A7636-7ADA-4F47-BD86-93D051388AA0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1E1CB-C5C3-FC46-80A8-CB40335E5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1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https://image3.slideserve.com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https://i.ytimg.com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https://i.ytimg.com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https://www.frontiersin.org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https://www.iqsdirectory.com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https://lh7-us.googleusercontent.com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https://www.opto-e.com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https://intelgic.com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https://image1.slideserve.com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ad_4nxdlih-zas0cfwc9qxfykkournfbxplmdupcfiikb6qkqjzp1yarpmr5hcqznb1qvgscr592yrfrq1wacft04atm8jhswpcmntoplq4saz7p5-wvyrm9tvbtxer1n6kfjhxic0uhcgjtk7wnsrvaynetuge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Explain The Effect Of Illumination On Image Formation,defining Realworld </a:t>
            </a:r>
            <a:r>
              <a:rPr lang="en-US" sz="3000" b="1" dirty="0" err="1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Challenges,using</a:t>
            </a:r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Graphical</a:t>
            </a:r>
            <a:r>
              <a:rPr lang="en-IN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tools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3.slideserve.com/5791016/vision-image-formation-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0150"/>
            <a:ext cx="4114800" cy="3086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Illumination in Image Formation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Illumination plays a crucial role in how images are captured and perceived.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Variations in light intensity and source significantly affect image quality and details.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effects helps improve imaging systems and address real-world challenges.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ytimg.com/vi/rE2mM8qGPv8/maxresdefa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85913"/>
            <a:ext cx="4114800" cy="2314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Basics of Light and Illumination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Light can be natural (sunlight) or artificial (lamps, LEDs).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quality of illumination influences contrast, color, and visibility in images.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lighting conditions are essential for accurate image representation.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 Illumination Affects Image Formation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Illumination impacts the brightness and shadows in an image.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Uneven lighting can cause overexposed or underexposed regions.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Consistent and uniform lighting produces clearer and more detailed images.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Real-World Challenge: Variable Lighting Conditions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Outdoor environments experience changing light due to weather and time of day.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Indoor settings may have inconsistent artificial lighting.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variations make it difficult for imaging systems to maintain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iqsdirectory.com/articles/machine-vision-system/machine-vision-light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862" y="1143000"/>
            <a:ext cx="4103077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Impact on Image Quality and Recognition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Poor illumination causes noise and reduces the visibility of important features.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hampers automated systems like facial recognition or object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Enhancing illumination or compensating for its effects is critical for reliable imaging.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lh7-us.googleusercontent.com/docsz/AD_4nXdlih-zaS0cFwC9QXfyKkoUrNFbXpLMDUPCFiIkB6qkqJzp1YArPmR5HCQZNb1qvGSCr592YrfrQ1WAcFT04Atm8jhSWpcmntoplq4Saz7p5-WvyRM9TvbtxER1N6kfJHxiC0uHCgJTK7WnsrVAyNeTUGE?key=YkTIzSFQb2AQ1JLcXJ9IR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57346"/>
            <a:ext cx="4114800" cy="17717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Graphical Illustration of Lighting Effects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(Include a diagram showing an object under different lighting conditions: bright, dim, side-lit, and backlit.)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illustration highlights variations in shadows, highlights, and detail visibility.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demonstrates how light direction and intensity alter the perceived image.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opto-e.com/resized/lighting/_sqcon1600/illumination-directi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547" y="1143000"/>
            <a:ext cx="3513705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Techniques to Mitigate Illumination Challenges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of image processing algorithms like histogram equalization improves visibility.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Adaptive lighting setups and controlled environments reduce variability.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Hardware solutions include adjustable light sources and sensors that adapt to ambient light.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Study: Low-Light Imaging Challenges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Low-light conditions often produce noisy, blurry images with poor detail.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Nighttime surveillance and medical imaging face significant illumination issues.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Solutions involve specialized sensors, infrared illumination, and post-processing algorithms.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ntelgic.com/blog/uploads/1742907219955_Bright-Field vs. Dark-Field Illum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00747"/>
            <a:ext cx="4114800" cy="26849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in Illumination Adaptation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Developing intelligent systems that dynamically adjust lighting based on scene analysis.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of AI-powered illumination compensation techniques for real-time correction.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Advanced sensor technology to capture high-quality images in diverse lighting conditions.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1.slideserve.com/2701247/what-is-a-illumination-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0150"/>
            <a:ext cx="4114800" cy="3086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Summary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Illumination profoundly influences the quality and accuracy of image formation.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Addressing real-world illumination challenges is essential for reliable imaging systems.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technological advancements continue to improve how we manage illumination effects.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 The Effect Of Illumination On Image Formation,defining Realworld Challenges,using Graphical</dc:title>
  <dc:subject>Explain The Effect Of Illumination On Image Formation,defining Realworld Challenges,using Graphical</dc:subject>
  <dc:creator>SlideMake.com</dc:creator>
  <cp:lastModifiedBy>PavanKumarReddy Bhumireddy</cp:lastModifiedBy>
  <cp:revision>2</cp:revision>
  <dcterms:created xsi:type="dcterms:W3CDTF">2026-07-16T02:52:02Z</dcterms:created>
  <dcterms:modified xsi:type="dcterms:W3CDTF">2026-07-16T02:53:58Z</dcterms:modified>
</cp:coreProperties>
</file>